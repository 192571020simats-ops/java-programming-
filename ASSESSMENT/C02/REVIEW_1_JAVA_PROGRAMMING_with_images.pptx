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0E3329-19A0-4C47-A57B-EC91A7210900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5972DD-6A80-4E19-9FD4-E3CF3DFCBB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3034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5972DD-6A80-4E19-9FD4-E3CF3DFCBBA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8342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B1043-F4BA-43C7-DB2D-BB4F85E37D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99F7F8-8863-CE70-DABD-4A7341852A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8764B-9FA6-D9F3-57C9-43700FD90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67E62-B1CE-482F-A1CB-9CB4CC9F7F6C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9206B-17F2-A3DA-5545-4A5BC5BCF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ADDBF-0A0A-B5C6-DD16-04D97F1D0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7FF65-1A04-4E03-A30A-69A047695E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0502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28722-8E3D-7C64-413F-D7F2F3D7D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CFF34-6EBB-A767-9BBD-F59DA85F76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B00E7-77AF-FED0-17F7-33F785DBA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67E62-B1CE-482F-A1CB-9CB4CC9F7F6C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18E8DD-A200-38DA-D65D-DDC136CE3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1899F-E198-AB50-C2E5-2865617A9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7FF65-1A04-4E03-A30A-69A047695E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1460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6C64A-6BE9-A234-5451-3ADAD9778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C3FFF8-6D9B-5A62-64E1-1D46C757AC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DDD62-AFCA-92CE-915B-3A0DD2E9A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67E62-B1CE-482F-A1CB-9CB4CC9F7F6C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92DF1-5BEB-CC2B-ACFB-AF7812DA1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2D397-3EDD-2174-B0CB-FA9F42910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7FF65-1A04-4E03-A30A-69A047695E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7809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98141-81F9-A486-C72A-A5FFE55C3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C29AC-A415-5A4F-30D8-7763949506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E88ACE-AA52-266A-69AE-E7863A3BCA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F62DB4-30AB-D3A2-E93C-89F801981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67E62-B1CE-482F-A1CB-9CB4CC9F7F6C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47419B-22A5-2210-3A1B-E6D2546C5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61FE3B-8759-C487-B29C-67DD6A081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7FF65-1A04-4E03-A30A-69A047695E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5390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1DA88-9595-7373-CDA8-F3256AF67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645540-972A-A5E3-18BC-BF1B7FACB7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C92E94-B462-7B72-D1AD-40B318EE1D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9DC820-BE81-BEB0-C8FB-ECAEE6297B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355A07-5852-80CE-48F5-01F5F7EA4D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1D251-446C-6812-B0C6-D64FB33E1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67E62-B1CE-482F-A1CB-9CB4CC9F7F6C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33C6DA-4CE5-602D-E52D-E3AA7B4BA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8A2561-90F3-7864-1B98-D645F73B8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7FF65-1A04-4E03-A30A-69A047695E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2343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F3D9A-0995-340B-4EF1-BFD06A211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DD5252-6710-7EDE-94C0-24288AAE3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67E62-B1CE-482F-A1CB-9CB4CC9F7F6C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C7D24C-B071-96CC-5CA1-6B47FD2EE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3698A6-9663-137D-3E4B-E272B0A36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7FF65-1A04-4E03-A30A-69A047695E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7837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CAEC23-D062-B906-FF0A-78A7B2DBD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67E62-B1CE-482F-A1CB-9CB4CC9F7F6C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410CC6-3918-0560-5A84-28B6BD6FE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C75DE-16A2-0D39-4F98-5D145E218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7FF65-1A04-4E03-A30A-69A047695E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109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1C443-FC90-99AD-7464-2714BD864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B7C10-AB06-838E-F5A7-6622E825E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A2E5F8-81DD-06D7-F143-8D12DA225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AD0F8C-18A7-0C5A-933C-A53820720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67E62-B1CE-482F-A1CB-9CB4CC9F7F6C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757AA9-F7EB-D31E-1F6F-24BEB4B62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B2CD39-AB73-4F3C-CFC9-ED51B63E4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7FF65-1A04-4E03-A30A-69A047695E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2978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260C-5347-BBE3-7D6E-52944D0D6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36D7E4-6B2F-D272-55FC-F141968CB4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9C359A-65AB-6BAE-D3DE-1D46EC847D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FAA36E-A0FC-1ABF-1820-9E6CCB168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67E62-B1CE-482F-A1CB-9CB4CC9F7F6C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0E13C7-6CF1-4C83-C772-E8A6AF7D1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23BA57-9536-ED84-CB2C-AD08A000C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7FF65-1A04-4E03-A30A-69A047695E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6443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CC492-D5DA-9438-8CF7-C09C3B325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3AD9E7-DF5C-794B-91F3-0339D8E061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503C6F-B45B-59A2-57A4-11CBAD4F9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67E62-B1CE-482F-A1CB-9CB4CC9F7F6C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8A222-7520-9EF0-2E03-BBD2937C6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0F02F-C1CA-BE6C-9075-B7BD447A6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7FF65-1A04-4E03-A30A-69A047695E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4119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058D5C-C0F8-28FB-C3D2-F77BD6E214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9202BA-93CC-D369-002D-80DBE37C8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2CF58A-6B59-6458-698F-34238ECBD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67E62-B1CE-482F-A1CB-9CB4CC9F7F6C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1233A3-7C5C-3553-AB5A-51F639E88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6A746C-BDE6-1258-DD14-F651605A6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7FF65-1A04-4E03-A30A-69A047695E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201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E09606-8D12-DA1A-6317-70898339A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C5811F-2E47-DEFE-2353-AAB0A60879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014467-340D-A7CB-7E8E-6418C12DA0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C67E62-B1CE-482F-A1CB-9CB4CC9F7F6C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087C6-EC00-0015-65C0-A6A584B318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AA07D-F4BA-5AEC-FD40-22CA086BCF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37FF65-1A04-4E03-A30A-69A047695E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8787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BDCBBAF-C75E-4091-601C-52AC55B3CF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258808"/>
            <a:ext cx="9144000" cy="1655762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Wildfire Spread Simulator with Evacuation Route Optimizer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010AAA-660B-DEB4-4675-FD230E8653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40" r="8205"/>
          <a:stretch>
            <a:fillRect/>
          </a:stretch>
        </p:blipFill>
        <p:spPr bwMode="auto">
          <a:xfrm>
            <a:off x="226141" y="-74417"/>
            <a:ext cx="11739716" cy="155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B99378D6-AE0C-1249-55FC-CF2816927B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484508"/>
            <a:ext cx="9144000" cy="570118"/>
          </a:xfrm>
        </p:spPr>
        <p:txBody>
          <a:bodyPr>
            <a:norm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1-PRESENTATION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556FA7-4D74-9B2C-8A9F-39F6EBE664D2}"/>
              </a:ext>
            </a:extLst>
          </p:cNvPr>
          <p:cNvSpPr txBox="1"/>
          <p:nvPr/>
        </p:nvSpPr>
        <p:spPr>
          <a:xfrm rot="10800000" flipV="1">
            <a:off x="1838632" y="3568596"/>
            <a:ext cx="85147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CSA0915– Java Programming </a:t>
            </a:r>
            <a:endParaRPr lang="en-IN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C4D20E-3DEA-5038-68A1-448C06A5FA9C}"/>
              </a:ext>
            </a:extLst>
          </p:cNvPr>
          <p:cNvSpPr txBox="1"/>
          <p:nvPr/>
        </p:nvSpPr>
        <p:spPr>
          <a:xfrm>
            <a:off x="619432" y="4555219"/>
            <a:ext cx="1142508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                                                                                        Guided By: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S.K.Deepa Arathi (192571020)                                                         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Dr.E.Meganathan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Lochana Sri R S   (192521348)</a:t>
            </a:r>
          </a:p>
          <a:p>
            <a:pPr algn="l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Nitya Priya P M   (192572086)</a:t>
            </a:r>
          </a:p>
        </p:txBody>
      </p:sp>
    </p:spTree>
    <p:extLst>
      <p:ext uri="{BB962C8B-B14F-4D97-AF65-F5344CB8AC3E}">
        <p14:creationId xmlns:p14="http://schemas.microsoft.com/office/powerpoint/2010/main" val="3022249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AEB6B-26CA-8544-B257-AFDFC20F0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A3DF2-FA6D-37C2-938A-3B5FD5D79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352" y="1584377"/>
            <a:ext cx="6950000" cy="5032375"/>
          </a:xfrm>
        </p:spPr>
        <p:txBody>
          <a:bodyPr>
            <a:normAutofit/>
          </a:bodyPr>
          <a:lstStyle/>
          <a:p>
            <a:pPr lvl="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Wildfires are among the most destructive natural disasters, causing loss of life, forests, and property.</a:t>
            </a:r>
          </a:p>
          <a:p>
            <a:pPr lvl="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Climate change, high temperatures, strong winds, and dry vegetation have increased wildfire frequency and intensity.</a:t>
            </a:r>
          </a:p>
          <a:p>
            <a:pPr lvl="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prediction of wildfire spread is essential to reduce damage and improve emergency response.</a:t>
            </a:r>
          </a:p>
          <a:p>
            <a:pPr lvl="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FireWatch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intelligent system that predicts the direction and speed of wildfire spread using environmental data.</a:t>
            </a:r>
          </a:p>
          <a:p>
            <a:pPr lvl="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considers factors such as wind speed, temperature, humidity, vegetation, and terrain.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A234FA-4BFE-08AD-104A-231269C56A1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7184" y="191626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91AAD8-51EB-AE6C-44EC-8F3B5EDAC5B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4534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Wildfire Illustra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0" y="2350000"/>
            <a:ext cx="4000000" cy="40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21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D7E26-602C-26FE-540D-D78046048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B3FDE-B82A-0FEA-C166-B6D7AD6B49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183" y="1825624"/>
            <a:ext cx="7734597" cy="5032375"/>
          </a:xfrm>
        </p:spPr>
        <p:txBody>
          <a:bodyPr>
            <a:normAutofit/>
          </a:bodyPr>
          <a:lstStyle/>
          <a:p>
            <a:pPr lvl="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Wildfires spread rapidly due to changing weather conditions, making them difficult to predict.</a:t>
            </a:r>
          </a:p>
          <a:p>
            <a:pPr lvl="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wildfire monitoring systems mainly detect fires after they have already started, limiting response time.</a:t>
            </a:r>
          </a:p>
          <a:p>
            <a:pPr lvl="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prediction and evacuation can lead to significant loss of lives, property, forests, and wildlife.</a:t>
            </a:r>
          </a:p>
          <a:p>
            <a:pPr lvl="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responders often face challenges in identifying the safest and fastest evacuation routes.</a:t>
            </a:r>
          </a:p>
          <a:p>
            <a:pPr lvl="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environmental factors such as wind speed, temperature, humidity, and terrain are not always integrated into decision-making.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5D45B0-664F-1240-9C70-B7B3EEA737B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7184" y="191626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B5A29F-5E2C-4C2F-8637-843F93F227E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4534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Problem Illustra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3794" y="2160000"/>
            <a:ext cx="3636206" cy="3636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833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7FA6F-EDC1-38AB-71A9-3021A3012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CE9E6-7990-1A9E-100C-B7FCA5069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184" y="1631234"/>
            <a:ext cx="7532816" cy="4351338"/>
          </a:xfrm>
        </p:spPr>
        <p:txBody>
          <a:bodyPr>
            <a:noAutofit/>
          </a:bodyPr>
          <a:lstStyle/>
          <a:p>
            <a:pPr lvl="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intelligent system for predicting wildfire spread.</a:t>
            </a:r>
          </a:p>
          <a:p>
            <a:pPr lvl="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wind, temperature, humidity, vegetation, and terrain for better accuracy.</a:t>
            </a:r>
          </a:p>
          <a:p>
            <a:pPr lvl="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simulate wildfire spread direction and speed in real time.</a:t>
            </a:r>
          </a:p>
          <a:p>
            <a:pPr lvl="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the safest and shortest evacuation routes.</a:t>
            </a:r>
          </a:p>
          <a:p>
            <a:pPr lvl="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early warnings for emergency response teams.</a:t>
            </a:r>
          </a:p>
          <a:p>
            <a:pPr lvl="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loss of life, property, and forests through timely evacuation.</a:t>
            </a:r>
          </a:p>
          <a:p>
            <a:pPr lvl="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disaster management via combined prediction and route planning.</a:t>
            </a:r>
          </a:p>
        </p:txBody>
      </p:sp>
      <p:pic>
        <p:nvPicPr>
          <p:cNvPr id="20" name="Objectives Illu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2620" y="1901630"/>
            <a:ext cx="3300000" cy="387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F3EB02-A557-B30B-0ED1-8F0FFC0011A0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7184" y="191626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8534A2-8405-D573-3410-B5B44CD77634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4534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67968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58321-BA33-5B9E-74AB-C4C4A348B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2D125-282A-208B-0EFB-AEEF77630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2301" y="631488"/>
            <a:ext cx="9721645" cy="4351338"/>
          </a:xfrm>
        </p:spPr>
        <p:txBody>
          <a:bodyPr/>
          <a:lstStyle/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Collection &amp; Wildfire Prediction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Wildfire Spread Simulation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Evacuation Route Optimization &amp; Alert System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60135E-3CC5-051F-C053-7E1EDD2BC7C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7184" y="191626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E64414-E5B1-34FA-88F0-AD358DE0674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4534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Modules Illustra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923626"/>
            <a:ext cx="10763865" cy="27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744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8CB0F-FE45-4237-CC27-D396244B3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 TAG PHOTO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A7E29C-491F-1945-57B2-35B57C4825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709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F40E0-21B9-E357-D46D-76052A994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07173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7200" dirty="0"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54779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</TotalTime>
  <Words>338</Words>
  <Application>Microsoft Office PowerPoint</Application>
  <PresentationFormat>Widescreen</PresentationFormat>
  <Paragraphs>36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Algerian</vt:lpstr>
      <vt:lpstr>Aptos</vt:lpstr>
      <vt:lpstr>Aptos Display</vt:lpstr>
      <vt:lpstr>Arial</vt:lpstr>
      <vt:lpstr>Times New Roman</vt:lpstr>
      <vt:lpstr>Wingdings</vt:lpstr>
      <vt:lpstr>Office Theme</vt:lpstr>
      <vt:lpstr>REVIEW 1-PRESENTATION</vt:lpstr>
      <vt:lpstr>INTRODUCTION</vt:lpstr>
      <vt:lpstr>PROBLEM STATEMENT</vt:lpstr>
      <vt:lpstr>PROPOSED SYSTEM</vt:lpstr>
      <vt:lpstr>MODULES</vt:lpstr>
      <vt:lpstr>GEO TAG PHOTO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S.K.Deepa Arathi</dc:creator>
  <cp:lastModifiedBy>S.K.Deepa Arathi</cp:lastModifiedBy>
  <cp:revision>3</cp:revision>
  <dcterms:created xsi:type="dcterms:W3CDTF">2026-07-31T05:01:33Z</dcterms:created>
  <dcterms:modified xsi:type="dcterms:W3CDTF">2026-07-31T06:13:40Z</dcterms:modified>
</cp:coreProperties>
</file>